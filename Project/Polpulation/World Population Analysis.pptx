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85" r:id="rId3"/>
    <p:sldId id="257" r:id="rId4"/>
    <p:sldId id="259" r:id="rId5"/>
    <p:sldId id="258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7CA3F8-CF9A-4D55-B932-3731838E21AA}">
          <p14:sldIdLst>
            <p14:sldId id="256"/>
            <p14:sldId id="285"/>
            <p14:sldId id="257"/>
            <p14:sldId id="259"/>
            <p14:sldId id="258"/>
            <p14:sldId id="260"/>
            <p14:sldId id="261"/>
            <p14:sldId id="263"/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1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9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1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5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4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2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9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5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71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02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2156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33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59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14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03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5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0D7D5-097F-4868-AA74-6EF405C82815}" type="datetimeFigureOut">
              <a:rPr lang="en-US" smtClean="0"/>
              <a:t>3/25/2019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156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37210" y="841499"/>
            <a:ext cx="4530437" cy="6858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PowerPoint Presentation</a:t>
            </a:r>
            <a:endParaRPr lang="en-US" sz="2800" b="1" dirty="0"/>
          </a:p>
        </p:txBody>
      </p:sp>
      <p:sp>
        <p:nvSpPr>
          <p:cNvPr id="6" name="Subtitle 4"/>
          <p:cNvSpPr txBox="1">
            <a:spLocks/>
          </p:cNvSpPr>
          <p:nvPr/>
        </p:nvSpPr>
        <p:spPr>
          <a:xfrm>
            <a:off x="2436965" y="3547093"/>
            <a:ext cx="7249886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 smtClean="0"/>
              <a:t>World Population Analysis</a:t>
            </a:r>
            <a:endParaRPr lang="en-US" sz="4000" b="1" dirty="0"/>
          </a:p>
        </p:txBody>
      </p:sp>
      <p:sp>
        <p:nvSpPr>
          <p:cNvPr id="7" name="Rectangle 6"/>
          <p:cNvSpPr/>
          <p:nvPr/>
        </p:nvSpPr>
        <p:spPr>
          <a:xfrm>
            <a:off x="4637960" y="1527299"/>
            <a:ext cx="8531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ON </a:t>
            </a:r>
          </a:p>
        </p:txBody>
      </p:sp>
      <p:sp>
        <p:nvSpPr>
          <p:cNvPr id="8" name="Rectangle 7"/>
          <p:cNvSpPr/>
          <p:nvPr/>
        </p:nvSpPr>
        <p:spPr>
          <a:xfrm>
            <a:off x="5367647" y="2213099"/>
            <a:ext cx="13885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Project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7087075" y="4428520"/>
            <a:ext cx="1771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By : Anmol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905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556" y="2288927"/>
            <a:ext cx="6493644" cy="4024313"/>
          </a:xfrm>
        </p:spPr>
      </p:pic>
    </p:spTree>
    <p:extLst>
      <p:ext uri="{BB962C8B-B14F-4D97-AF65-F5344CB8AC3E}">
        <p14:creationId xmlns:p14="http://schemas.microsoft.com/office/powerpoint/2010/main" val="365887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149" y="764373"/>
            <a:ext cx="11149940" cy="1293028"/>
          </a:xfrm>
        </p:spPr>
        <p:txBody>
          <a:bodyPr/>
          <a:lstStyle/>
          <a:p>
            <a:pPr algn="ctr"/>
            <a:r>
              <a:rPr lang="en-US" dirty="0" smtClean="0"/>
              <a:t>Graph to Extract Countries from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051" y="2057401"/>
            <a:ext cx="5857783" cy="4024313"/>
          </a:xfrm>
        </p:spPr>
      </p:pic>
      <p:sp>
        <p:nvSpPr>
          <p:cNvPr id="5" name="Rectangle 4"/>
          <p:cNvSpPr/>
          <p:nvPr/>
        </p:nvSpPr>
        <p:spPr>
          <a:xfrm>
            <a:off x="1441806" y="4632965"/>
            <a:ext cx="34535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Graph containing input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And output file and two reformat.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The purpose of graph is to extract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Country data from the given data.</a:t>
            </a:r>
          </a:p>
        </p:txBody>
      </p:sp>
    </p:spTree>
    <p:extLst>
      <p:ext uri="{BB962C8B-B14F-4D97-AF65-F5344CB8AC3E}">
        <p14:creationId xmlns:p14="http://schemas.microsoft.com/office/powerpoint/2010/main" val="31670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133" y="752498"/>
            <a:ext cx="11554690" cy="1293028"/>
          </a:xfrm>
        </p:spPr>
        <p:txBody>
          <a:bodyPr/>
          <a:lstStyle/>
          <a:p>
            <a:pPr algn="ctr"/>
            <a:r>
              <a:rPr lang="en-US" dirty="0" smtClean="0"/>
              <a:t>Selection Expression to select Countries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037" y="2045526"/>
            <a:ext cx="4733096" cy="4024313"/>
          </a:xfrm>
        </p:spPr>
      </p:pic>
      <p:sp>
        <p:nvSpPr>
          <p:cNvPr id="5" name="Rectangle 4"/>
          <p:cNvSpPr/>
          <p:nvPr/>
        </p:nvSpPr>
        <p:spPr>
          <a:xfrm>
            <a:off x="2895973" y="4846721"/>
            <a:ext cx="31944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Select Expression to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Select only Country data entries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From the given Data set.</a:t>
            </a:r>
          </a:p>
        </p:txBody>
      </p:sp>
    </p:spTree>
    <p:extLst>
      <p:ext uri="{BB962C8B-B14F-4D97-AF65-F5344CB8AC3E}">
        <p14:creationId xmlns:p14="http://schemas.microsoft.com/office/powerpoint/2010/main" val="201284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Transformation of Reformat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232" y="2057401"/>
            <a:ext cx="6830968" cy="4024313"/>
          </a:xfrm>
        </p:spPr>
      </p:pic>
      <p:sp>
        <p:nvSpPr>
          <p:cNvPr id="5" name="Rectangle 4"/>
          <p:cNvSpPr/>
          <p:nvPr/>
        </p:nvSpPr>
        <p:spPr>
          <a:xfrm>
            <a:off x="1280928" y="4442960"/>
            <a:ext cx="309193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to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take only Index, Country_Id ,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Country_Name and Area from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Data set</a:t>
            </a:r>
          </a:p>
        </p:txBody>
      </p:sp>
    </p:spTree>
    <p:extLst>
      <p:ext uri="{BB962C8B-B14F-4D97-AF65-F5344CB8AC3E}">
        <p14:creationId xmlns:p14="http://schemas.microsoft.com/office/powerpoint/2010/main" val="42876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5244" y="609994"/>
            <a:ext cx="8976756" cy="1293028"/>
          </a:xfrm>
        </p:spPr>
        <p:txBody>
          <a:bodyPr/>
          <a:lstStyle/>
          <a:p>
            <a:pPr algn="ctr"/>
            <a:r>
              <a:rPr lang="en-US" dirty="0" smtClean="0"/>
              <a:t>Transformation of Reformat-1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458" y="1903022"/>
            <a:ext cx="6896327" cy="4024313"/>
          </a:xfrm>
        </p:spPr>
      </p:pic>
      <p:sp>
        <p:nvSpPr>
          <p:cNvPr id="5" name="Rectangle 4"/>
          <p:cNvSpPr/>
          <p:nvPr/>
        </p:nvSpPr>
        <p:spPr>
          <a:xfrm>
            <a:off x="900919" y="4894222"/>
            <a:ext cx="302570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to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Find the Continent_ID of the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Country</a:t>
            </a:r>
          </a:p>
        </p:txBody>
      </p:sp>
    </p:spTree>
    <p:extLst>
      <p:ext uri="{BB962C8B-B14F-4D97-AF65-F5344CB8AC3E}">
        <p14:creationId xmlns:p14="http://schemas.microsoft.com/office/powerpoint/2010/main" val="101219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895" y="752497"/>
            <a:ext cx="11376560" cy="1293028"/>
          </a:xfrm>
        </p:spPr>
        <p:txBody>
          <a:bodyPr/>
          <a:lstStyle/>
          <a:p>
            <a:pPr algn="ctr"/>
            <a:r>
              <a:rPr lang="en-US" dirty="0" smtClean="0"/>
              <a:t>Graph to Extract Continents From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699" y="2045525"/>
            <a:ext cx="5850732" cy="4024313"/>
          </a:xfrm>
        </p:spPr>
      </p:pic>
      <p:sp>
        <p:nvSpPr>
          <p:cNvPr id="5" name="Rectangle 4"/>
          <p:cNvSpPr/>
          <p:nvPr/>
        </p:nvSpPr>
        <p:spPr>
          <a:xfrm>
            <a:off x="1275551" y="4057681"/>
            <a:ext cx="349967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Graph containing input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And output file and one reformat.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The purpose of graph is to extract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Continent data from the given data.</a:t>
            </a:r>
          </a:p>
        </p:txBody>
      </p:sp>
    </p:spTree>
    <p:extLst>
      <p:ext uri="{BB962C8B-B14F-4D97-AF65-F5344CB8AC3E}">
        <p14:creationId xmlns:p14="http://schemas.microsoft.com/office/powerpoint/2010/main" val="145218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530" y="764373"/>
            <a:ext cx="11043062" cy="1293028"/>
          </a:xfrm>
        </p:spPr>
        <p:txBody>
          <a:bodyPr/>
          <a:lstStyle/>
          <a:p>
            <a:pPr algn="ctr"/>
            <a:r>
              <a:rPr lang="en-US" dirty="0" smtClean="0"/>
              <a:t>Expression to Select Continent Entries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991" y="2057401"/>
            <a:ext cx="4747431" cy="4024313"/>
          </a:xfrm>
        </p:spPr>
      </p:pic>
      <p:sp>
        <p:nvSpPr>
          <p:cNvPr id="5" name="Rectangle 4"/>
          <p:cNvSpPr/>
          <p:nvPr/>
        </p:nvSpPr>
        <p:spPr>
          <a:xfrm>
            <a:off x="2895973" y="4846721"/>
            <a:ext cx="334450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Select Expression to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Select only Continent data entries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From the given Data set.</a:t>
            </a:r>
          </a:p>
        </p:txBody>
      </p:sp>
    </p:spTree>
    <p:extLst>
      <p:ext uri="{BB962C8B-B14F-4D97-AF65-F5344CB8AC3E}">
        <p14:creationId xmlns:p14="http://schemas.microsoft.com/office/powerpoint/2010/main" val="284602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9369" y="764373"/>
            <a:ext cx="8610600" cy="1293028"/>
          </a:xfrm>
        </p:spPr>
        <p:txBody>
          <a:bodyPr/>
          <a:lstStyle/>
          <a:p>
            <a:pPr algn="ctr"/>
            <a:r>
              <a:rPr lang="en-US" dirty="0" smtClean="0"/>
              <a:t>Transformation of Reformat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723" y="2057401"/>
            <a:ext cx="6860413" cy="4024313"/>
          </a:xfrm>
        </p:spPr>
      </p:pic>
      <p:sp>
        <p:nvSpPr>
          <p:cNvPr id="7" name="Rectangle 6"/>
          <p:cNvSpPr/>
          <p:nvPr/>
        </p:nvSpPr>
        <p:spPr>
          <a:xfrm>
            <a:off x="1174051" y="4514212"/>
            <a:ext cx="311239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to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take only Continent_Id and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Continent_Name from Data set</a:t>
            </a:r>
          </a:p>
        </p:txBody>
      </p:sp>
    </p:spTree>
    <p:extLst>
      <p:ext uri="{BB962C8B-B14F-4D97-AF65-F5344CB8AC3E}">
        <p14:creationId xmlns:p14="http://schemas.microsoft.com/office/powerpoint/2010/main" val="116424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4579" y="752498"/>
            <a:ext cx="10437421" cy="1293028"/>
          </a:xfrm>
        </p:spPr>
        <p:txBody>
          <a:bodyPr/>
          <a:lstStyle/>
          <a:p>
            <a:pPr algn="ctr"/>
            <a:r>
              <a:rPr lang="en-US" dirty="0" smtClean="0"/>
              <a:t>Graph to Extract Development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329" y="2045526"/>
            <a:ext cx="7065944" cy="4024313"/>
          </a:xfrm>
        </p:spPr>
      </p:pic>
      <p:sp>
        <p:nvSpPr>
          <p:cNvPr id="5" name="Rectangle 4"/>
          <p:cNvSpPr/>
          <p:nvPr/>
        </p:nvSpPr>
        <p:spPr>
          <a:xfrm>
            <a:off x="741162" y="4621089"/>
            <a:ext cx="378436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Graph containing input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And output file and two reformat.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The purpose of graph is to extract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development data from the given data.</a:t>
            </a:r>
          </a:p>
        </p:txBody>
      </p:sp>
    </p:spTree>
    <p:extLst>
      <p:ext uri="{BB962C8B-B14F-4D97-AF65-F5344CB8AC3E}">
        <p14:creationId xmlns:p14="http://schemas.microsoft.com/office/powerpoint/2010/main" val="290196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728747"/>
            <a:ext cx="8610600" cy="1293028"/>
          </a:xfrm>
        </p:spPr>
        <p:txBody>
          <a:bodyPr/>
          <a:lstStyle/>
          <a:p>
            <a:pPr algn="ctr"/>
            <a:r>
              <a:rPr lang="en-US" dirty="0" smtClean="0"/>
              <a:t>Transformation of Reformat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808" y="2021775"/>
            <a:ext cx="6851739" cy="4024313"/>
          </a:xfrm>
        </p:spPr>
      </p:pic>
      <p:sp>
        <p:nvSpPr>
          <p:cNvPr id="5" name="Rectangle 4"/>
          <p:cNvSpPr/>
          <p:nvPr/>
        </p:nvSpPr>
        <p:spPr>
          <a:xfrm>
            <a:off x="1157605" y="4726981"/>
            <a:ext cx="301364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of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Reformat where Development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ID is set to “1” if category is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More Developed else “2”</a:t>
            </a:r>
          </a:p>
        </p:txBody>
      </p:sp>
    </p:spTree>
    <p:extLst>
      <p:ext uri="{BB962C8B-B14F-4D97-AF65-F5344CB8AC3E}">
        <p14:creationId xmlns:p14="http://schemas.microsoft.com/office/powerpoint/2010/main" val="162863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599" y="764373"/>
            <a:ext cx="9003475" cy="1293028"/>
          </a:xfrm>
        </p:spPr>
        <p:txBody>
          <a:bodyPr/>
          <a:lstStyle/>
          <a:p>
            <a:pPr algn="ctr"/>
            <a:r>
              <a:rPr lang="en-US" dirty="0" smtClean="0"/>
              <a:t>Transformation of Reformat-1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060" y="2057401"/>
            <a:ext cx="6851739" cy="4024313"/>
          </a:xfrm>
        </p:spPr>
      </p:pic>
      <p:sp>
        <p:nvSpPr>
          <p:cNvPr id="5" name="Rectangle 4"/>
          <p:cNvSpPr/>
          <p:nvPr/>
        </p:nvSpPr>
        <p:spPr>
          <a:xfrm>
            <a:off x="864095" y="4228217"/>
            <a:ext cx="3600666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of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Reformat-1 where Development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Category is set to “More developed”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If development_ID is 1 else it give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“Less developed”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95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270" y="764373"/>
            <a:ext cx="11455730" cy="1293028"/>
          </a:xfrm>
        </p:spPr>
        <p:txBody>
          <a:bodyPr/>
          <a:lstStyle/>
          <a:p>
            <a:pPr algn="ctr"/>
            <a:r>
              <a:rPr lang="en-US" dirty="0" smtClean="0"/>
              <a:t>Graph to Create Fact_Table from Tables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897" y="2057401"/>
            <a:ext cx="5881089" cy="4024313"/>
          </a:xfrm>
        </p:spPr>
      </p:pic>
      <p:sp>
        <p:nvSpPr>
          <p:cNvPr id="5" name="Rectangle 4"/>
          <p:cNvSpPr/>
          <p:nvPr/>
        </p:nvSpPr>
        <p:spPr>
          <a:xfrm>
            <a:off x="1440256" y="3814128"/>
            <a:ext cx="367151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Graph Contain two JOIN and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6 input files. Continent and Country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Tables are joined by “Continent_ID”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Key and they are join with Date,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Development, Urban Population and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Rural Population by “Country ID”</a:t>
            </a:r>
          </a:p>
        </p:txBody>
      </p:sp>
    </p:spTree>
    <p:extLst>
      <p:ext uri="{BB962C8B-B14F-4D97-AF65-F5344CB8AC3E}">
        <p14:creationId xmlns:p14="http://schemas.microsoft.com/office/powerpoint/2010/main" val="313706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8891" y="764373"/>
            <a:ext cx="8610600" cy="1293028"/>
          </a:xfrm>
        </p:spPr>
        <p:txBody>
          <a:bodyPr/>
          <a:lstStyle/>
          <a:p>
            <a:r>
              <a:rPr lang="en-US" dirty="0" smtClean="0"/>
              <a:t>Properties of Join-1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610" y="2057401"/>
            <a:ext cx="3147729" cy="4024313"/>
          </a:xfrm>
        </p:spPr>
      </p:pic>
      <p:sp>
        <p:nvSpPr>
          <p:cNvPr id="5" name="Rectangle 4"/>
          <p:cNvSpPr/>
          <p:nvPr/>
        </p:nvSpPr>
        <p:spPr>
          <a:xfrm>
            <a:off x="3598484" y="4252954"/>
            <a:ext cx="407297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properties of JOIN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Between Country and Continent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Table where “Continet_ID” is given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as Key And sorted-input is set to be 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4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Join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463" y="2057401"/>
            <a:ext cx="3176737" cy="4024313"/>
          </a:xfrm>
        </p:spPr>
      </p:pic>
      <p:sp>
        <p:nvSpPr>
          <p:cNvPr id="5" name="Rectangle 4"/>
          <p:cNvSpPr/>
          <p:nvPr/>
        </p:nvSpPr>
        <p:spPr>
          <a:xfrm>
            <a:off x="4595875" y="4229164"/>
            <a:ext cx="309700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properties of JOIN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where “Country_ID” is given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as Key And sorted-input is set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to be 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4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Transformation of Join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787" y="2193925"/>
            <a:ext cx="6860413" cy="4024313"/>
          </a:xfrm>
        </p:spPr>
      </p:pic>
      <p:sp>
        <p:nvSpPr>
          <p:cNvPr id="6" name="Rectangle 5"/>
          <p:cNvSpPr/>
          <p:nvPr/>
        </p:nvSpPr>
        <p:spPr>
          <a:xfrm>
            <a:off x="586156" y="4609089"/>
            <a:ext cx="38381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shows the Transformation to take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Specific columns from different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836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of FACT_TABLE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611" y="2057401"/>
            <a:ext cx="7268589" cy="3905795"/>
          </a:xfrm>
        </p:spPr>
      </p:pic>
      <p:sp>
        <p:nvSpPr>
          <p:cNvPr id="5" name="Rectangle 4"/>
          <p:cNvSpPr/>
          <p:nvPr/>
        </p:nvSpPr>
        <p:spPr>
          <a:xfrm>
            <a:off x="5645044" y="6034446"/>
            <a:ext cx="58611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Output of Fact_Table contains all the Foreign Keys and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the Rural and Urban population of all  the countries.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70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496" y="443748"/>
            <a:ext cx="8610600" cy="1293028"/>
          </a:xfrm>
        </p:spPr>
        <p:txBody>
          <a:bodyPr/>
          <a:lstStyle/>
          <a:p>
            <a:r>
              <a:rPr lang="en-US" dirty="0" smtClean="0"/>
              <a:t>Data tables in qlik view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76118" y="6439354"/>
            <a:ext cx="62860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shows the different tables which are used to generate Reports </a:t>
            </a:r>
            <a:endParaRPr 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909" y="1575280"/>
            <a:ext cx="2695951" cy="1047896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25" y="2966699"/>
            <a:ext cx="3935416" cy="191529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25" y="4979291"/>
            <a:ext cx="3935416" cy="17818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65" y="1047177"/>
            <a:ext cx="2220222" cy="177236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451" y="2840314"/>
            <a:ext cx="5973009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1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8100" y="443742"/>
            <a:ext cx="8610600" cy="1293028"/>
          </a:xfrm>
        </p:spPr>
        <p:txBody>
          <a:bodyPr/>
          <a:lstStyle/>
          <a:p>
            <a:r>
              <a:rPr lang="en-US" dirty="0" smtClean="0"/>
              <a:t>Continent wise total population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3909" y="2258264"/>
            <a:ext cx="2701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Table showing Continent </a:t>
            </a:r>
          </a:p>
          <a:p>
            <a:r>
              <a:rPr lang="en-US" sz="1600" spc="10" dirty="0" smtClean="0">
                <a:latin typeface="Times New Roman" panose="02020603050405020304" pitchFamily="18" charset="0"/>
              </a:rPr>
              <a:t>Wise Total Population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29340" y="6410521"/>
            <a:ext cx="56251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PIE chart showing Continent Wise Relative Total Population</a:t>
            </a:r>
            <a:endParaRPr lang="en-US" sz="1600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09" y="1119275"/>
            <a:ext cx="2762636" cy="1076475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138" y="1885184"/>
            <a:ext cx="5395062" cy="239858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983" y="4532530"/>
            <a:ext cx="5405697" cy="22165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96" y="3087250"/>
            <a:ext cx="5488618" cy="323981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77983" y="3950268"/>
            <a:ext cx="51282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spc="1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The Bar Graph showing Continent Wise Total Population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46239" y="6472076"/>
            <a:ext cx="52024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spc="1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The Line Graph showing Population Growth between 1950 and 2050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3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wise total population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973514" y="6273225"/>
            <a:ext cx="2561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Table showing Country </a:t>
            </a:r>
          </a:p>
          <a:p>
            <a:r>
              <a:rPr lang="en-US" sz="1600" spc="10" dirty="0" smtClean="0">
                <a:latin typeface="Times New Roman" panose="02020603050405020304" pitchFamily="18" charset="0"/>
              </a:rPr>
              <a:t>Wise Total Population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243952" y="6380946"/>
            <a:ext cx="6767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Line Graph showing Population Growth between 1950 and 2050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043" y="2220893"/>
            <a:ext cx="2504157" cy="4024313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06" y="626933"/>
            <a:ext cx="5557425" cy="274861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95915" y="3430925"/>
            <a:ext cx="55179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Bar Graph showing Country Wise Total Population</a:t>
            </a:r>
            <a:endParaRPr lang="en-US" sz="16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52" y="3911145"/>
            <a:ext cx="5821922" cy="236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9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wise total population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720" y="2216089"/>
            <a:ext cx="3018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10" dirty="0" smtClean="0">
                <a:latin typeface="Times New Roman" panose="02020603050405020304" pitchFamily="18" charset="0"/>
              </a:rPr>
              <a:t>The Report showing the Development </a:t>
            </a:r>
          </a:p>
          <a:p>
            <a:r>
              <a:rPr lang="en-US" sz="1400" spc="10" dirty="0" smtClean="0">
                <a:latin typeface="Times New Roman" panose="02020603050405020304" pitchFamily="18" charset="0"/>
              </a:rPr>
              <a:t>Category Wise Population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980166" y="6117631"/>
            <a:ext cx="44679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Report showing the Graph showing Difference </a:t>
            </a:r>
          </a:p>
        </p:txBody>
      </p:sp>
      <p:sp>
        <p:nvSpPr>
          <p:cNvPr id="7" name="Rectangle 6"/>
          <p:cNvSpPr/>
          <p:nvPr/>
        </p:nvSpPr>
        <p:spPr>
          <a:xfrm>
            <a:off x="986468" y="6399716"/>
            <a:ext cx="37774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between Population of different Categories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7522455" y="6004823"/>
            <a:ext cx="35509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PIE Chart showing the relative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population between two Categories</a:t>
            </a:r>
            <a:endParaRPr 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20" y="1454760"/>
            <a:ext cx="3381847" cy="638264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20" y="3251714"/>
            <a:ext cx="5020376" cy="27531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0" y="2916103"/>
            <a:ext cx="3925565" cy="30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wise area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946" y="2122674"/>
            <a:ext cx="2754254" cy="4024313"/>
          </a:xfrm>
        </p:spPr>
      </p:pic>
      <p:sp>
        <p:nvSpPr>
          <p:cNvPr id="7" name="Rectangle 6"/>
          <p:cNvSpPr/>
          <p:nvPr/>
        </p:nvSpPr>
        <p:spPr>
          <a:xfrm>
            <a:off x="6048231" y="6300888"/>
            <a:ext cx="5457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Area to which Country belongs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6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Continent wise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826" y="2500742"/>
            <a:ext cx="3753374" cy="3505689"/>
          </a:xfrm>
        </p:spPr>
      </p:pic>
      <p:sp>
        <p:nvSpPr>
          <p:cNvPr id="5" name="Rectangle 4"/>
          <p:cNvSpPr/>
          <p:nvPr/>
        </p:nvSpPr>
        <p:spPr>
          <a:xfrm>
            <a:off x="6302468" y="6205731"/>
            <a:ext cx="520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different Areas in the Continents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90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060" y="764373"/>
            <a:ext cx="9321140" cy="1293028"/>
          </a:xfrm>
        </p:spPr>
        <p:txBody>
          <a:bodyPr>
            <a:normAutofit/>
          </a:bodyPr>
          <a:lstStyle/>
          <a:p>
            <a:r>
              <a:rPr lang="en-US" dirty="0" smtClean="0"/>
              <a:t>Country and continent wise highest and lowest population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64" y="5613830"/>
            <a:ext cx="2762636" cy="48584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722" y="2792399"/>
            <a:ext cx="3067478" cy="4953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64" y="4234827"/>
            <a:ext cx="2762636" cy="4953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573807" y="4780932"/>
            <a:ext cx="5932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Continent having Lowest Population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690505" y="3349043"/>
            <a:ext cx="5815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Country having Highest Population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534052" y="6196573"/>
            <a:ext cx="5972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Continent having Highest Population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7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wise development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027" y="2205800"/>
            <a:ext cx="2572173" cy="4024313"/>
          </a:xfrm>
        </p:spPr>
      </p:pic>
      <p:sp>
        <p:nvSpPr>
          <p:cNvPr id="5" name="Rectangle 4"/>
          <p:cNvSpPr/>
          <p:nvPr/>
        </p:nvSpPr>
        <p:spPr>
          <a:xfrm>
            <a:off x="5350419" y="6378512"/>
            <a:ext cx="6161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development category for all Countries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64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Wise census date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280" y="2158299"/>
            <a:ext cx="2310920" cy="4024313"/>
          </a:xfrm>
        </p:spPr>
      </p:pic>
      <p:sp>
        <p:nvSpPr>
          <p:cNvPr id="5" name="Rectangle 4"/>
          <p:cNvSpPr/>
          <p:nvPr/>
        </p:nvSpPr>
        <p:spPr>
          <a:xfrm>
            <a:off x="3166014" y="6283510"/>
            <a:ext cx="8424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census date on which the record was taken for specific Country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VS Reference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146" y="2057401"/>
            <a:ext cx="2949054" cy="4024313"/>
          </a:xfrm>
        </p:spPr>
      </p:pic>
      <p:sp>
        <p:nvSpPr>
          <p:cNvPr id="5" name="Rectangle 4"/>
          <p:cNvSpPr/>
          <p:nvPr/>
        </p:nvSpPr>
        <p:spPr>
          <a:xfrm>
            <a:off x="4982939" y="6177539"/>
            <a:ext cx="6523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different area to which the country belongs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3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787" y="764373"/>
            <a:ext cx="10152413" cy="1293028"/>
          </a:xfrm>
        </p:spPr>
        <p:txBody>
          <a:bodyPr>
            <a:normAutofit/>
          </a:bodyPr>
          <a:lstStyle/>
          <a:p>
            <a:r>
              <a:rPr lang="en-US" dirty="0"/>
              <a:t>Total population of particular </a:t>
            </a:r>
            <a:r>
              <a:rPr lang="en-US" dirty="0" smtClean="0"/>
              <a:t>continent </a:t>
            </a:r>
            <a:r>
              <a:rPr lang="en-US" dirty="0"/>
              <a:t>in particular year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09" y="4004390"/>
            <a:ext cx="10820400" cy="2208433"/>
          </a:xfrm>
        </p:spPr>
      </p:pic>
      <p:sp>
        <p:nvSpPr>
          <p:cNvPr id="5" name="Rectangle 4"/>
          <p:cNvSpPr/>
          <p:nvPr/>
        </p:nvSpPr>
        <p:spPr>
          <a:xfrm>
            <a:off x="4486844" y="6260328"/>
            <a:ext cx="7418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population of different years of different Continents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40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Total population of particular country in particular year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27" y="2460585"/>
            <a:ext cx="10820400" cy="3799743"/>
          </a:xfrm>
        </p:spPr>
      </p:pic>
      <p:sp>
        <p:nvSpPr>
          <p:cNvPr id="5" name="Rectangle 4"/>
          <p:cNvSpPr/>
          <p:nvPr/>
        </p:nvSpPr>
        <p:spPr>
          <a:xfrm>
            <a:off x="4486844" y="6319703"/>
            <a:ext cx="7197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population of different years of different Countries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3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85127" y="5271148"/>
            <a:ext cx="441819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947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101</TotalTime>
  <Words>654</Words>
  <Application>Microsoft Office PowerPoint</Application>
  <PresentationFormat>Widescreen</PresentationFormat>
  <Paragraphs>115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Century Gothic</vt:lpstr>
      <vt:lpstr>Times New Roman</vt:lpstr>
      <vt:lpstr>Vapor Trail</vt:lpstr>
      <vt:lpstr>PowerPoint Presentation</vt:lpstr>
      <vt:lpstr>Schema</vt:lpstr>
      <vt:lpstr>Graph to Extract Countries from Data</vt:lpstr>
      <vt:lpstr>Selection Expression to select Countries</vt:lpstr>
      <vt:lpstr>Transformation of Reformat</vt:lpstr>
      <vt:lpstr>Transformation of Reformat-1</vt:lpstr>
      <vt:lpstr>Graph to Extract Continents From Data</vt:lpstr>
      <vt:lpstr>Expression to Select Continent Entries</vt:lpstr>
      <vt:lpstr>Transformation of Reformat</vt:lpstr>
      <vt:lpstr>Graph to Extract Development Data</vt:lpstr>
      <vt:lpstr>Transformation of Reformat</vt:lpstr>
      <vt:lpstr>Transformation of Reformat-1</vt:lpstr>
      <vt:lpstr>Graph to Create Fact_Table from Tables</vt:lpstr>
      <vt:lpstr>Properties of Join-1</vt:lpstr>
      <vt:lpstr>Properties of Join</vt:lpstr>
      <vt:lpstr>Transformation of Join</vt:lpstr>
      <vt:lpstr>Output of FACT_TABLE</vt:lpstr>
      <vt:lpstr>Data tables in qlik view</vt:lpstr>
      <vt:lpstr>Continent wise total population</vt:lpstr>
      <vt:lpstr>Country wise total population</vt:lpstr>
      <vt:lpstr>Development wise total population</vt:lpstr>
      <vt:lpstr>Country wise area</vt:lpstr>
      <vt:lpstr>Continent wise area</vt:lpstr>
      <vt:lpstr>Country and continent wise highest and lowest population</vt:lpstr>
      <vt:lpstr>Country wise development</vt:lpstr>
      <vt:lpstr>Country Wise census date</vt:lpstr>
      <vt:lpstr>Country VS Reference Area</vt:lpstr>
      <vt:lpstr>Total population of particular continent in particular year</vt:lpstr>
      <vt:lpstr>Total population of particular country in particular year</vt:lpstr>
      <vt:lpstr>PowerPoint Presentation</vt:lpstr>
    </vt:vector>
  </TitlesOfParts>
  <Company>Capgemini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Singh, Anmol</dc:creator>
  <cp:lastModifiedBy>Singh, Anmol</cp:lastModifiedBy>
  <cp:revision>38</cp:revision>
  <dcterms:created xsi:type="dcterms:W3CDTF">2019-03-22T10:36:06Z</dcterms:created>
  <dcterms:modified xsi:type="dcterms:W3CDTF">2019-03-25T03:23:44Z</dcterms:modified>
</cp:coreProperties>
</file>